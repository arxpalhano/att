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020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1228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0" y="530352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4964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8700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55680" y="498348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0020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7492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4964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1832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8700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55680" y="466344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0020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6888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3756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624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7492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1228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4964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1832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8700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55680" y="434340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0020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3756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0624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7492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4360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1228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8096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4964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1832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28700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155680" y="4023360"/>
            <a:ext cx="45720" cy="45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31520" y="1280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modernizamos a entrega de dados aos nossos clientes.</a:t>
            </a:r>
            <a:endParaRPr lang="en-US" sz="4400" dirty="0"/>
          </a:p>
        </p:txBody>
      </p:sp>
      <p:sp>
        <p:nvSpPr>
          <p:cNvPr id="70" name="Text 68"/>
          <p:cNvSpPr/>
          <p:nvPr/>
        </p:nvSpPr>
        <p:spPr>
          <a:xfrm>
            <a:off x="73152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precisávamos de uma equipe inteira pra gerar um relatório.</a:t>
            </a:r>
            <a:endParaRPr lang="en-US" sz="1900" dirty="0"/>
          </a:p>
        </p:txBody>
      </p:sp>
      <p:sp>
        <p:nvSpPr>
          <p:cNvPr id="71" name="Text 69"/>
          <p:cNvSpPr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o cliente vê tudo, em tempo real, sozinho.</a:t>
            </a:r>
            <a:endParaRPr lang="en-US" sz="1900" dirty="0"/>
          </a:p>
        </p:txBody>
      </p:sp>
      <p:sp>
        <p:nvSpPr>
          <p:cNvPr id="72" name="Text 70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Palhano · Tech Lead ArchTechTour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10058400" y="6126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ANTES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cliente recebia seus dados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relatório era um pequeno projeto manual da equipe interna.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2402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11580" y="3063240"/>
            <a:ext cx="914400" cy="914400"/>
          </a:xfrm>
          <a:prstGeom prst="ellipse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26440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297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liga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ver como meus produtos estão indo"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34640" y="2377440"/>
            <a:ext cx="22402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01752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497580" y="3063240"/>
            <a:ext cx="914400" cy="914400"/>
          </a:xfrm>
          <a:prstGeom prst="ellipse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26440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71800" y="4297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abre o Power BI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97180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a atualização manual no PC dela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120640" y="2377440"/>
            <a:ext cx="22402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30352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783580" y="3063240"/>
            <a:ext cx="914400" cy="914400"/>
          </a:xfrm>
          <a:prstGeom prst="ellipse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26440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57800" y="4297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um print/PDF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25780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imagem ou PDF do dashboard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406640" y="2377440"/>
            <a:ext cx="22402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58952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8069580" y="3063240"/>
            <a:ext cx="914400" cy="914400"/>
          </a:xfrm>
          <a:prstGeom prst="ellipse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3264408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43800" y="4297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por email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54380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pro cliente, espera retorno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692640" y="2377440"/>
            <a:ext cx="22402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987552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10355580" y="3063240"/>
            <a:ext cx="914400" cy="914400"/>
          </a:xfrm>
          <a:prstGeom prst="ellipse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3264408"/>
            <a:ext cx="502920" cy="5029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829800" y="4297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recebe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9829800" y="4800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estática, não filtra nada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total: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dias.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Frequência: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 por mês — se a equipe tivesse tempo.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AGORA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cliente acessa seus dados hoje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abre o portal e vê tudo na hora — sem precisar pedir nada pra ninguém.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749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374904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28800" y="3154680"/>
            <a:ext cx="1188720" cy="11887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342900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acessa o portal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4983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direto pelo navegador, no celular ou PC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2377440"/>
            <a:ext cx="3749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2377440"/>
            <a:ext cx="374904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669280" y="3154680"/>
            <a:ext cx="1188720" cy="11887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3429000"/>
            <a:ext cx="594360" cy="5943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1772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o dashboard pronto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17720" y="4983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atualizado · pode filtrar período, produto, etc.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229600" y="2377440"/>
            <a:ext cx="3749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29600" y="2377440"/>
            <a:ext cx="3749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50392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9509760" y="3154680"/>
            <a:ext cx="1188720" cy="11887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940" y="3429000"/>
            <a:ext cx="594360" cy="5943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5820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decisão e age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458200" y="4983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espera, sem email, sem telefone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total: 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segundos.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Frequência: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cliente quiser. Toda hora.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 QUE MUDOU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mudanças por trás disso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Explicado sem tecniquês — o que mudou e por que ficou tão melhor.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40280"/>
            <a:ext cx="73152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514600"/>
            <a:ext cx="685800" cy="6858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517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4048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Trouxemos o dashboard pra dentro do portal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37360" y="2743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"Era como ter que ligar pro contador todo mês pra ver extrato. Agora é como abrir o app do banco."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37360" y="3063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acessa direto, sem intermediários.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61188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3611880"/>
            <a:ext cx="73152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3886200"/>
            <a:ext cx="685800" cy="6858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02336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7360" y="37764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Organizamos os dados de um jeito mais inteligente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737360" y="4114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"Era uma sala com 328 mil papéis jogados. Virou uma biblioteca catalogada por mês e cliente."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737360" y="4434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uma informação agora é 21× mais rápido — e muito mais barato.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4983480"/>
            <a:ext cx="11064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4983480"/>
            <a:ext cx="73152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8680" y="5257800"/>
            <a:ext cx="685800" cy="6858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39496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737360" y="51480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Criamos pequenos robôs que cuidam de tudo sozinhos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737360" y="5486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"É como uma cafeteira programada: às 7h, café pronto. Aqui, dia 10 do mês, dashboards atualizados."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737360" y="5806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não toca em nada. Cliente recebe dados frescos automaticamente.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 na prática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melhorou — em linguagem que faz sentido pro cliente e pro negócio.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060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514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hora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645920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vê dashboard em segundos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precisava aguardar dias pela equipe gerar.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548640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060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514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315200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horas/mês da equipe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37960" y="3566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várias horas todo mês gerando relatórios manuais.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251960"/>
            <a:ext cx="548640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720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80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1645920" y="5120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filtra e explora sozinho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868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print estático, não dava pra mudar período ou produto.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17920" y="4251960"/>
            <a:ext cx="548640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57200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480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sem dor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7315200" y="5120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cliente = 1 minuto pra configurar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3796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cada cliente novo = setup manual de Power BI por PC.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IMPACTO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isso vale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DA EQUIPE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Liberada para o que importa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08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Horas/mês gerando relatórios em Power BI por máquina, mandando email, respondendo dúvidas.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976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371600" y="4572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A automação cuida de tudo. Equipe foca em crescer o negócio.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" y="5532120"/>
            <a:ext cx="5029200" cy="5486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5532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livre = mais clientes atendidos.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MENSAL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4652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barato e escalável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44652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Power BI Pro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 / mês × cada usuário interno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4652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tempo de equipe pra cada relatório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46520" y="4434840"/>
            <a:ext cx="5029200" cy="182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4652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— Tudo na AWS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44652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 – 15 / mês (toda a infraestrutura)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4652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paga ZERO — acessa pelo navegador.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46520" y="5532120"/>
            <a:ext cx="502920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83680" y="5532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quase 4× menos.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ALÉM DOS 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 portal não é só sobre dados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casa da operação ArchTechTour — tudo num lugar só.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743200"/>
            <a:ext cx="777240" cy="77724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8986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do cliente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28800" y="31546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vimos: análises do uso dos produtos 3D, tudo em tempo real.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2860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743200"/>
            <a:ext cx="777240" cy="77724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8986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dos blocos 3D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498080" y="31546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interno acompanha cada produto desde o pedido até a publicação no customizador.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617720"/>
            <a:ext cx="777240" cy="77724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7731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526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Aprovações e arquivos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828800" y="5029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envia materiais, equipe aprova etapas, tudo registrado com histórico.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17920" y="416052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2240" y="4617720"/>
            <a:ext cx="777240" cy="77724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77316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98080" y="4526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capacidade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498080" y="5029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 a qualquer momento quantos blocos o cliente contratou e quantos já usou.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ESCALA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sem multiplicar trabalho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antigo travava em 10 clientes. O novo funciona pra 10, 100 ou 1.000.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492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5349240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novo = projeto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56616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driver no PC da equipe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97764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arquivo Power BI específico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8912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conexão com banco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0060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funcionário pra atualizar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120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5166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rotina manual mensal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263640" y="2286000"/>
            <a:ext cx="53492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263640" y="2286000"/>
            <a:ext cx="5349240" cy="45720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9224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492240" y="2880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novo = 1 minuto</a:t>
            </a:r>
            <a:endParaRPr lang="en-US" sz="2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56616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6656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portal admin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977640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76656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nome do cliente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389120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76656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"Gerar dashboard"</a:t>
            </a:r>
            <a:endParaRPr lang="en-US" sz="12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800600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76656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— automação cuida do resto</a:t>
            </a:r>
            <a:endParaRPr lang="en-US" sz="12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5212080"/>
            <a:ext cx="182880" cy="1828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66560" y="5166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já consegue acessar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PRÓXIMOS PASSOS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daqui pra frente?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base pronta, conseguimos entregar mais — mais rápido.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5486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os dashboards aos demais clientes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atendemos RS Design, Cadeiras Rosa e Pedro Franco com a nova plataforma. Os outros entram nas próximas semanas.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33172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331720"/>
            <a:ext cx="5486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6060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Comparativos e tendências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246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adicionar: "este mês vs mês anterior" e "este ano vs ano anterior" — assim o cliente vê crescimento.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29768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4297680"/>
            <a:ext cx="5486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572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próprio e marca forte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2960" y="5212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a URL técnica da AWS por algo como app.archtechtour.com — mais profissional, mais memorável.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17920" y="429768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0" y="4297680"/>
            <a:ext cx="5486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720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4572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lojas dos clientes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492240" y="5212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o customizador 3D com o e-commerce do cliente: usuário customiza e já vai pro checkout.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ArchTechTour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feliz. Equipe livre. Custo menor.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está rodando — e foi construído pra crescer com a gente.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356616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886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cliente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instantâneo, autonomia total, sem espera.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3657600"/>
            <a:ext cx="356616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8862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equipe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tarefa manual recorrente — foco no que cresce o negócio.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3657600"/>
            <a:ext cx="356616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8862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5256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negócio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12480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menor, crescimento sem trava, marca mais moderna.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Palhano · Tech Lead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mpalhano@archtechtour.com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ArchTechTour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ArchTechTour — Como modernizamos a entrega de dados</dc:title>
  <dc:subject>PptxGenJS Presentation</dc:subject>
  <dc:creator>Matheus Palhano</dc:creator>
  <cp:lastModifiedBy>Matheus Palhano</cp:lastModifiedBy>
  <cp:revision>1</cp:revision>
  <dcterms:created xsi:type="dcterms:W3CDTF">2026-05-15T09:14:30Z</dcterms:created>
  <dcterms:modified xsi:type="dcterms:W3CDTF">2026-05-15T09:14:30Z</dcterms:modified>
</cp:coreProperties>
</file>